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ניתוחים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78ADD"/>
              </a:solidFill>
              <a:effectLst/>
            </c:spPr>
          </c:dPt>
          <c:dPt>
            <c:idx val="1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bubble3D val="0"/>
            <c:spPr>
              <a:solidFill>
                <a:srgbClr val="D85A30"/>
              </a:solidFill>
              <a:effectLst/>
            </c:spPr>
          </c:dPt>
          <c:dPt>
            <c:idx val="3"/>
            <c:bubble3D val="0"/>
            <c:spPr>
              <a:solidFill>
                <a:srgbClr val="7F77DD"/>
              </a:solidFill>
              <a:effectLst/>
            </c:spPr>
          </c:dPt>
          <c:dPt>
            <c:idx val="4"/>
            <c:bubble3D val="0"/>
            <c:spPr>
              <a:solidFill>
                <a:srgbClr val="D4537E"/>
              </a:solidFill>
              <a:effectLst/>
            </c:spPr>
          </c:dPt>
          <c:dPt>
            <c:idx val="5"/>
            <c:bubble3D val="0"/>
            <c:spPr>
              <a:solidFill>
                <a:srgbClr val="BA7517"/>
              </a:solidFill>
              <a:effectLst/>
            </c:spPr>
          </c:dPt>
          <c:dPt>
            <c:idx val="6"/>
            <c:bubble3D val="0"/>
            <c:spPr>
              <a:solidFill>
                <a:srgbClr val="639922"/>
              </a:solidFill>
              <a:effectLst/>
            </c:spPr>
          </c:dPt>
          <c:dPt>
            <c:idx val="7"/>
            <c:bubble3D val="0"/>
            <c:spPr>
              <a:solidFill>
                <a:srgbClr val="5F5E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דנה כהן</c:v>
                </c:pt>
                <c:pt idx="1">
                  <c:v>אלון ברק</c:v>
                </c:pt>
                <c:pt idx="2">
                  <c:v>גלית דהן</c:v>
                </c:pt>
                <c:pt idx="3">
                  <c:v>הדר פרידמן</c:v>
                </c:pt>
                <c:pt idx="4">
                  <c:v>טל שושן</c:v>
                </c:pt>
                <c:pt idx="5">
                  <c:v>יוסי לוי</c:v>
                </c:pt>
                <c:pt idx="6">
                  <c:v>מיכל אברהם</c:v>
                </c:pt>
                <c:pt idx="7">
                  <c:v>כרמל עוז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ניתוחים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78ADD"/>
              </a:solidFill>
              <a:effectLst/>
            </c:spPr>
          </c:dPt>
          <c:dPt>
            <c:idx val="1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bubble3D val="0"/>
            <c:spPr>
              <a:solidFill>
                <a:srgbClr val="D85A30"/>
              </a:solidFill>
              <a:effectLst/>
            </c:spPr>
          </c:dPt>
          <c:dPt>
            <c:idx val="3"/>
            <c:bubble3D val="0"/>
            <c:spPr>
              <a:solidFill>
                <a:srgbClr val="7F77DD"/>
              </a:solidFill>
              <a:effectLst/>
            </c:spPr>
          </c:dPt>
          <c:dPt>
            <c:idx val="4"/>
            <c:bubble3D val="0"/>
            <c:spPr>
              <a:solidFill>
                <a:srgbClr val="D4537E"/>
              </a:solidFill>
              <a:effectLst/>
            </c:spPr>
          </c:dPt>
          <c:dPt>
            <c:idx val="5"/>
            <c:bubble3D val="0"/>
            <c:spPr>
              <a:solidFill>
                <a:srgbClr val="BA7517"/>
              </a:solidFill>
              <a:effectLst/>
            </c:spPr>
          </c:dPt>
          <c:dPt>
            <c:idx val="6"/>
            <c:bubble3D val="0"/>
            <c:spPr>
              <a:solidFill>
                <a:srgbClr val="639922"/>
              </a:solidFill>
              <a:effectLst/>
            </c:spPr>
          </c:dPt>
          <c:dPt>
            <c:idx val="7"/>
            <c:bubble3D val="0"/>
            <c:spPr>
              <a:solidFill>
                <a:srgbClr val="5F5E5A"/>
              </a:solidFill>
              <a:effectLst/>
            </c:spPr>
          </c:dPt>
          <c:dPt>
            <c:idx val="8"/>
            <c:bubble3D val="0"/>
            <c:spPr>
              <a:solidFill>
                <a:srgbClr val="85B7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ד״ר שמיר</c:v>
                </c:pt>
                <c:pt idx="1">
                  <c:v>ד״ר כהן</c:v>
                </c:pt>
                <c:pt idx="2">
                  <c:v>ד״ר אביזמר</c:v>
                </c:pt>
                <c:pt idx="3">
                  <c:v>ד״ר לוי</c:v>
                </c:pt>
                <c:pt idx="4">
                  <c:v>ד״ר רוזן</c:v>
                </c:pt>
                <c:pt idx="5">
                  <c:v>אביזמר</c:v>
                </c:pt>
                <c:pt idx="6">
                  <c:v>ד״ר גרוס</c:v>
                </c:pt>
                <c:pt idx="7">
                  <c:v>ד"ר כהן</c:v>
                </c:pt>
                <c:pt idx="8">
                  <c:v>ד"ר לוי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6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ניתוחים</c:v>
                </c:pt>
              </c:strCache>
            </c:strRef>
          </c:tx>
          <c:spPr>
            <a:solidFill>
              <a:srgbClr val="378A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85A3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77D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537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A751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3992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F5E5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5B7EB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ד״ר שמיר</c:v>
                  </c:pt>
                  <c:pt idx="1">
                    <c:v>ד״ר כהן</c:v>
                  </c:pt>
                  <c:pt idx="2">
                    <c:v>ד״ר אביזמר</c:v>
                  </c:pt>
                  <c:pt idx="3">
                    <c:v>ד״ר לוי</c:v>
                  </c:pt>
                  <c:pt idx="4">
                    <c:v>ד״ר רוזן</c:v>
                  </c:pt>
                  <c:pt idx="5">
                    <c:v>אביזמר</c:v>
                  </c:pt>
                  <c:pt idx="6">
                    <c:v>ד״ר גרוס</c:v>
                  </c:pt>
                  <c:pt idx="7">
                    <c:v>ד"ר כהן</c:v>
                  </c:pt>
                  <c:pt idx="8">
                    <c:v>ד"ר לוי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6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ניתוחים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bubble3D val="0"/>
            <c:spPr>
              <a:solidFill>
                <a:srgbClr val="E24B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ללא סיבוכים</c:v>
                </c:pt>
                <c:pt idx="1">
                  <c:v>עם סיבוכים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36</c:v>
                </c:pt>
                <c:pt idx="1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הכשרת קטרקט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בית חולים וולפסון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ניתוחים לכל מתמחה?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09728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כל מתמחה ניתח?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  <a:gridCol w="613954"/>
              </a:tblGrid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מתמחה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ינו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פבר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מרץ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אפר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מאי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יונ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יול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אוג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ספט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אוק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נוב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דצמ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סה"כ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אלון ברק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גלית דהן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דנה כהן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הדר פרידמן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טל שושן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יוסי לוי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כרמל עוז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מיכל אברהם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8A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CA3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לאיזה שלב כל מתמחה הגיע?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איזה מפקח פיקח על מי?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09728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ניתוחים פיקח כל מנתח החודש?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שיעור הסיבוכים?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 2026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09728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2026-05-17T23:35:21Z</dcterms:created>
  <dcterms:modified xsi:type="dcterms:W3CDTF">2026-05-17T23:35:21Z</dcterms:modified>
</cp:coreProperties>
</file>