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 הכשרת קטרקט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בית חולים וולפסון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ניתוחים לכל מתמחה?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כל מתמחה ניתח?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כל מתמחה ניתח?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</a:tblGrid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מתמחה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ינו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פבר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מרץ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אפר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מאי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יונ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יול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אוג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ספט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אוק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נוב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דצמ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סה"כ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אלון ברק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גלית דהן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דנה כהן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הדר פרידמן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טל שושן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יוסי לוי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כרמל עוז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מיכל אברהם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לאיזה שלב כל מתמחה הגיע?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לאיזה שלב כל מתמחה הגיע?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</a:tblGrid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מתמחה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פתחים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רקסיס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הידרודיסקציה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פאקואמולסיפיקציה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שאיבת קורטקס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השתלת עדשה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הידרציה של פתחים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השתלת עדשה טורית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סולו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דנה כהן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יוסי לוי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מיכל אברהם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אלון ברק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גלית דהן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הדר פרידמן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טל שושן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כרמל עוז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איזה מפקח פיקח על מי?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איזה מפקח פיקח על מי?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</a:tblGrid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מנתח מפקח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דנה כהן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יוסי לוי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מיכל אברהם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אלון ברק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גלית דהן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הדר פרידמן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טל שושן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כרמל עוז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סה"כ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אביזמר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ד"ר כהן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ד"ר לוי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ד״ר אביזמר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ד״ר גרוס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ד״ר כהן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ד״ר לוי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ד״ר רוזן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ד״ר שמיר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ניתוחים פיקח כל מנתח החודש?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שיעור הסיבוכים?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2026-05-18T00:38:18Z</dcterms:created>
  <dcterms:modified xsi:type="dcterms:W3CDTF">2026-05-18T00:38:18Z</dcterms:modified>
</cp:coreProperties>
</file>